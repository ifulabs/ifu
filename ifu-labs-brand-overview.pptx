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solidFill>
            <a:srgbClr val="E8820A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" y="411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7772400" cy="13716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AWS cloud services for teams that mean business.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251960"/>
            <a:ext cx="1371600" cy="438912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4251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4251960"/>
            <a:ext cx="1371600" cy="438912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4251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4251960"/>
            <a:ext cx="2103120" cy="438912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42519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PARTNER NETWORK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502920"/>
            <a:ext cx="2651760" cy="9144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594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46520" y="795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· ISO 27001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051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HIPAA · PCI DSS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1737360"/>
            <a:ext cx="2651760" cy="9144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4652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286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detection · Rightsizing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2971800"/>
            <a:ext cx="2651760" cy="9144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6520" y="3264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– $799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all-in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3886200"/>
            <a:ext cx="2651760" cy="7772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VANTA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6520" y="4178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cheaper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$10K/yr surprises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WHO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SaaS platform built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teams on AWS.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 is a multi-tenant SaaS platform delivering compliance automation and cloud cost optimisation to startups and SMBs. We combine deep AWS expertise with affordable, transparent pricing — replacing expensive agencies and hard-to-use enterprise tools.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606040" cy="12344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611880"/>
            <a:ext cx="2606040" cy="4572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AWS — SDK, Bedrock AI, cross-account IAM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611880"/>
            <a:ext cx="2606040" cy="12344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3611880"/>
            <a:ext cx="2606040" cy="4572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FinOps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combining both in one product suite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611880"/>
            <a:ext cx="2606040" cy="12344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3611880"/>
            <a:ext cx="2606040" cy="4572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Pricing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6792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$199/mo — no annual lock-in, transparent pricing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502920"/>
            <a:ext cx="2880360" cy="2834640"/>
          </a:xfrm>
          <a:prstGeom prst="rect">
            <a:avLst/>
          </a:prstGeom>
          <a:solidFill>
            <a:srgbClr val="0D0F18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658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987552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0608" y="1024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335024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50608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(Comply + FinOps)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682496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719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50608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ISO 27001, GDPR, HIPAA, PCI DSS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029968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0608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SMBs on AWS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2377440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4140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0608" y="2414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Partner Network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724912"/>
            <a:ext cx="2514600" cy="9144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761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50608" y="2761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OUR PRODUCTS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products. One platform.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931920" cy="3383280"/>
          </a:xfrm>
          <a:prstGeom prst="rect">
            <a:avLst/>
          </a:prstGeom>
          <a:solidFill>
            <a:srgbClr val="0D0F18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3931920" cy="64008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Automation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SOC 2, ISO 27001, GDPR, HIPAA and PCI DSS monitoring — powered by AWS and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90672"/>
            <a:ext cx="109728" cy="109728"/>
          </a:xfrm>
          <a:prstGeom prst="ellipse">
            <a:avLst/>
          </a:prstGeom>
          <a:solidFill>
            <a:srgbClr val="E8820A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AWS control checks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364992"/>
            <a:ext cx="109728" cy="109728"/>
          </a:xfrm>
          <a:prstGeom prst="ellipse">
            <a:avLst/>
          </a:prstGeom>
          <a:solidFill>
            <a:srgbClr val="E8820A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collection &amp; PDF export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639312"/>
            <a:ext cx="109728" cy="109728"/>
          </a:xfrm>
          <a:prstGeom prst="ellipse">
            <a:avLst/>
          </a:prstGeom>
          <a:solidFill>
            <a:srgbClr val="E8820A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gap explanations (Bedrock)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E8820A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support (5 frameworks)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187952"/>
            <a:ext cx="109728" cy="109728"/>
          </a:xfrm>
          <a:prstGeom prst="ellipse">
            <a:avLst/>
          </a:prstGeom>
          <a:solidFill>
            <a:srgbClr val="E8820A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&amp; certificate 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626864"/>
            <a:ext cx="3383280" cy="2011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626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– $799 / month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463040"/>
            <a:ext cx="3931920" cy="3383280"/>
          </a:xfrm>
          <a:prstGeom prst="rect">
            <a:avLst/>
          </a:prstGeom>
          <a:solidFill>
            <a:srgbClr val="0D0F18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463040"/>
            <a:ext cx="393192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Optimisation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423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analysis, waste detection, rightsizing recommendations and savings forecasting — in real time.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309067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5276088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resource &amp; waste detection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36499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527608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recommendations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63931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276088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 coverage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391363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5276088" y="3867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forecasting &amp; trend reports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41879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5276088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scan streaming (SSE)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74920" y="4626864"/>
            <a:ext cx="3383280" cy="2011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74920" y="4626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month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WHO WE 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engineering teams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startups and SMBs.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4114800" cy="141732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83080"/>
            <a:ext cx="64008" cy="141732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911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Pre-Series B Startups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240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SOC 2 to close enterprise deals. Can't afford Vanta's $20K/year contracts.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2770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starts at $299/mo — that's $3,588/year vs. $20,000+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783080"/>
            <a:ext cx="4114800" cy="141732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" cy="1417320"/>
          </a:xfrm>
          <a:prstGeom prst="rect">
            <a:avLst/>
          </a:prstGeom>
          <a:solidFill>
            <a:srgbClr val="7AB5E5"/>
          </a:solidFill>
          <a:ln/>
        </p:spPr>
      </p:sp>
      <p:sp>
        <p:nvSpPr>
          <p:cNvPr id="12" name="Text 10"/>
          <p:cNvSpPr/>
          <p:nvPr/>
        </p:nvSpPr>
        <p:spPr>
          <a:xfrm>
            <a:off x="5001768" y="1911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Engineering Teams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240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embedded in the AWS ecosystem. Want tools that speak their language.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01768" y="2770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AWS SDK, cross-account IAM, Bedrock AI, GitHub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4114800" cy="141732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383280"/>
            <a:ext cx="64008" cy="1417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with Cloud Waste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" y="3840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Overpaying for unused AWS resources. No dedicated FinOps team.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" y="4370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FinOps found $1,200/month in idle resources — week 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383280"/>
            <a:ext cx="4114800" cy="141732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383280"/>
            <a:ext cx="64008" cy="1417320"/>
          </a:xfrm>
          <a:prstGeom prst="rect">
            <a:avLst/>
          </a:prstGeom>
          <a:solidFill>
            <a:srgbClr val="8590A6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3840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SOC 2 + ISO 27001 + GDPR simultaneously without a large GRC team.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1768" y="4370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frameworks covered in a single Comply subscription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COMPETITIVE 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Unclaimed territory: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platform that does both.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8549640" cy="347472"/>
          </a:xfrm>
          <a:prstGeom prst="rect">
            <a:avLst/>
          </a:prstGeom>
          <a:solidFill>
            <a:srgbClr val="191C2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91640"/>
            <a:ext cx="8549640" cy="36576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24328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44568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41848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39128" y="17830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039112"/>
            <a:ext cx="8549640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039112"/>
            <a:ext cx="64008" cy="475488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iFu Labs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4328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44568" y="21122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41848" y="21122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39128" y="21396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with both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514600"/>
            <a:ext cx="8549640" cy="475488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24328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44568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41848" y="2587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39128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$10K–$80K/yr, compliance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990088"/>
            <a:ext cx="8549640" cy="475488"/>
          </a:xfrm>
          <a:prstGeom prst="rect">
            <a:avLst/>
          </a:prstGeom>
          <a:solidFill>
            <a:srgbClr val="13162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24328" y="3099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44568" y="3063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41848" y="3063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39128" y="3090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$7.5K+/yr, compliance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465576"/>
            <a:ext cx="8549640" cy="475488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Cloudvisor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24328" y="3575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44568" y="35387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41848" y="35387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39128" y="3566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EUR/mo managed, AWS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941064"/>
            <a:ext cx="8549640" cy="475488"/>
          </a:xfrm>
          <a:prstGeom prst="rect">
            <a:avLst/>
          </a:prstGeom>
          <a:solidFill>
            <a:srgbClr val="131620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" y="4032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CloudPlexo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24328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44568" y="40142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641848" y="40142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739128" y="4041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Services-led, no SaaS product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526280"/>
            <a:ext cx="8549640" cy="320040"/>
          </a:xfrm>
          <a:prstGeom prst="rect">
            <a:avLst/>
          </a:prstGeom>
          <a:solidFill>
            <a:srgbClr val="191C28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" y="4526280"/>
            <a:ext cx="64008" cy="32004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45811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 is the only SaaS platform that delivers both compliance automation and FinOps — at startup-friendly pricing.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PRICING ADVANTAGE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compliance at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prices.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97480" cy="16916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828800"/>
            <a:ext cx="269748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76072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 or Drata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97480" cy="16916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828800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10712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starting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697480" cy="169164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828800"/>
            <a:ext cx="269748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45352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starting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month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832104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856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785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3785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Starting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3785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Starting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41648"/>
            <a:ext cx="8321040" cy="256032"/>
          </a:xfrm>
          <a:prstGeom prst="rect">
            <a:avLst/>
          </a:prstGeom>
          <a:solidFill>
            <a:srgbClr val="191C2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40782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 ($3,588/yr)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078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 ($2,388/yr)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297680"/>
            <a:ext cx="8321040" cy="256032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34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4334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~$10,000/yr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solidFill>
            <a:srgbClr val="13162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590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590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4904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~$7,500/yr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809744"/>
            <a:ext cx="8321040" cy="256032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Cloudvisor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EUR/mo + 3% fee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BRAND IDENTITY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Dark. Technical. Trustworthy.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234440" cy="640080"/>
          </a:xfrm>
          <a:prstGeom prst="rect">
            <a:avLst/>
          </a:prstGeom>
          <a:solidFill>
            <a:srgbClr val="07080D"/>
          </a:solidFill>
          <a:ln w="19050">
            <a:solidFill>
              <a:srgbClr val="8590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#07080D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1828800"/>
            <a:ext cx="1234440" cy="640080"/>
          </a:xfrm>
          <a:prstGeom prst="rect">
            <a:avLst/>
          </a:prstGeom>
          <a:solidFill>
            <a:srgbClr val="131620"/>
          </a:solidFill>
          <a:ln w="19050">
            <a:solidFill>
              <a:srgbClr val="8590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#131620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1234440" cy="640080"/>
          </a:xfrm>
          <a:prstGeom prst="rect">
            <a:avLst/>
          </a:prstGeom>
          <a:solidFill>
            <a:srgbClr val="1B3A5C"/>
          </a:solidFill>
          <a:ln w="19050">
            <a:solidFill>
              <a:srgbClr val="25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#1B3A5C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461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Blue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234440" cy="640080"/>
          </a:xfrm>
          <a:prstGeom prst="rect">
            <a:avLst/>
          </a:prstGeom>
          <a:solidFill>
            <a:srgbClr val="E8820A"/>
          </a:solidFill>
          <a:ln w="19050">
            <a:solidFill>
              <a:srgbClr val="252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#E8820A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77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Orange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828800"/>
            <a:ext cx="1234440" cy="640080"/>
          </a:xfrm>
          <a:prstGeom prst="rect">
            <a:avLst/>
          </a:prstGeom>
          <a:solidFill>
            <a:srgbClr val="22C55E"/>
          </a:solidFill>
          <a:ln w="19050">
            <a:solidFill>
              <a:srgbClr val="252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#22C55E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893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Green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1234440" cy="640080"/>
          </a:xfrm>
          <a:prstGeom prst="rect">
            <a:avLst/>
          </a:prstGeom>
          <a:solidFill>
            <a:srgbClr val="EFF1F7"/>
          </a:solidFill>
          <a:ln w="19050">
            <a:solidFill>
              <a:srgbClr val="8590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708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#EFF1F7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60920" y="25146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8321040" cy="13716"/>
          </a:xfrm>
          <a:prstGeom prst="rect">
            <a:avLst/>
          </a:prstGeom>
          <a:solidFill>
            <a:srgbClr val="1C1F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520440"/>
            <a:ext cx="2697480" cy="13716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639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913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Headlines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1879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AWS cloud services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37560" y="3520440"/>
            <a:ext cx="2697480" cy="13716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3639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913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UI Copy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41879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Clean, readable, technical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3520440"/>
            <a:ext cx="2697480" cy="137160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3639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913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Metadata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41879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iFu Labs · AWS Partner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CORE MESSAGES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say. How we say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4069080" cy="105156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36192"/>
            <a:ext cx="64008" cy="105156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6276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Platform Doing Both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97510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 uniquely combines compliance automation and FinOps in one product suite — unclaimed territory in the market.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4069080" cy="105156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697480"/>
            <a:ext cx="64008" cy="10515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78892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AWS-Native, Not AWS-Adjacent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" y="3136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the AWS ecosystem — SDK, Bedrock AI, cross-account IAM. Native to the tools engineering teams already use.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4069080" cy="105156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858768"/>
            <a:ext cx="64008" cy="1051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950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950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Pricing, Enterprise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" y="42976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compliance from $299/month. No $10K contracts, no lock-in. 80%+ cheaper than Vanta or Drata.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536192"/>
            <a:ext cx="4069080" cy="105156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536192"/>
            <a:ext cx="64008" cy="105156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16276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in Weeks, Not Months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197510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evidence collection, continuous control monitoring, and AI-powered gap analysis get you to certification fast.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697480"/>
            <a:ext cx="4069080" cy="1051560"/>
          </a:xfrm>
          <a:prstGeom prst="rect">
            <a:avLst/>
          </a:prstGeom>
          <a:solidFill>
            <a:srgbClr val="131620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697480"/>
            <a:ext cx="64008" cy="1051560"/>
          </a:xfrm>
          <a:prstGeom prst="rect">
            <a:avLst/>
          </a:prstGeom>
          <a:solidFill>
            <a:srgbClr val="8590A6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278892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90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Transparent. No Lock-In. Expert-Backed.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3136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access, always. No annual lock-in contracts. Consultancy-grade AWS expertise behind every product.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58768"/>
            <a:ext cx="4069080" cy="10515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58768"/>
            <a:ext cx="64008" cy="105156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9959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"Expert AWS cloud services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teams that mean business."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0328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iFu Labs brand tagline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0F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820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48640"/>
            <a:ext cx="594360" cy="594360"/>
          </a:xfrm>
          <a:prstGeom prst="rect">
            <a:avLst/>
          </a:prstGeom>
          <a:solidFill>
            <a:srgbClr val="E8820A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548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548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AWS cloud services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F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teams that mean business.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products. One platform. Startup prices.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automation + cloud cost optimisation — built for AWS teams.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1828800" cy="475488"/>
          </a:xfrm>
          <a:prstGeom prst="rect">
            <a:avLst/>
          </a:prstGeom>
          <a:solidFill>
            <a:srgbClr val="E8820A"/>
          </a:solidFill>
          <a:ln/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30175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ifu-labs.io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535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iFu Labs  ·  Comply  ·  FinOps  ·  AWS Partner Network  ·  ifu-labs.io  ·  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iFu Labs — Brand Overview</dc:title>
  <dc:subject>PptxGenJS Presentation</dc:subject>
  <dc:creator>iFu Labs</dc:creator>
  <cp:lastModifiedBy>iFu Labs</cp:lastModifiedBy>
  <cp:revision>1</cp:revision>
  <dcterms:created xsi:type="dcterms:W3CDTF">2026-04-18T18:42:41Z</dcterms:created>
  <dcterms:modified xsi:type="dcterms:W3CDTF">2026-04-18T18:42:41Z</dcterms:modified>
</cp:coreProperties>
</file>